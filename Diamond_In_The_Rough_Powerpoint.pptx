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2704D-B1A9-4E31-9439-DA1C69ADD1A8}" v="10" dt="2026-09-27T11:53:42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Sippy" userId="9df41c901ed357b2" providerId="LiveId" clId="{D6008333-7F08-4C79-B2F8-B08484620A15}"/>
    <pc:docChg chg="undo custSel addSld modSld">
      <pc:chgData name="Ryan Sippy" userId="9df41c901ed357b2" providerId="LiveId" clId="{D6008333-7F08-4C79-B2F8-B08484620A15}" dt="2026-09-27T11:53:48.324" v="2684" actId="20577"/>
      <pc:docMkLst>
        <pc:docMk/>
      </pc:docMkLst>
      <pc:sldChg chg="modSp new mod">
        <pc:chgData name="Ryan Sippy" userId="9df41c901ed357b2" providerId="LiveId" clId="{D6008333-7F08-4C79-B2F8-B08484620A15}" dt="2026-09-27T11:20:52.797" v="37"/>
        <pc:sldMkLst>
          <pc:docMk/>
          <pc:sldMk cId="4278565588" sldId="256"/>
        </pc:sldMkLst>
        <pc:spChg chg="mod">
          <ac:chgData name="Ryan Sippy" userId="9df41c901ed357b2" providerId="LiveId" clId="{D6008333-7F08-4C79-B2F8-B08484620A15}" dt="2026-09-27T11:20:52.797" v="37"/>
          <ac:spMkLst>
            <pc:docMk/>
            <pc:sldMk cId="4278565588" sldId="256"/>
            <ac:spMk id="2" creationId="{DCFE4790-2EB9-2C13-F2E6-579A739D97B8}"/>
          </ac:spMkLst>
        </pc:spChg>
        <pc:spChg chg="mod">
          <ac:chgData name="Ryan Sippy" userId="9df41c901ed357b2" providerId="LiveId" clId="{D6008333-7F08-4C79-B2F8-B08484620A15}" dt="2026-09-27T11:20:52.797" v="37"/>
          <ac:spMkLst>
            <pc:docMk/>
            <pc:sldMk cId="4278565588" sldId="256"/>
            <ac:spMk id="3" creationId="{11A75AEE-9855-A04B-8914-140517E36673}"/>
          </ac:spMkLst>
        </pc:spChg>
      </pc:sldChg>
      <pc:sldChg chg="addSp delSp modSp new mod modClrScheme chgLayout">
        <pc:chgData name="Ryan Sippy" userId="9df41c901ed357b2" providerId="LiveId" clId="{D6008333-7F08-4C79-B2F8-B08484620A15}" dt="2026-09-27T11:49:07.029" v="2595" actId="1076"/>
        <pc:sldMkLst>
          <pc:docMk/>
          <pc:sldMk cId="2424988920" sldId="257"/>
        </pc:sldMkLst>
        <pc:spChg chg="mod ord">
          <ac:chgData name="Ryan Sippy" userId="9df41c901ed357b2" providerId="LiveId" clId="{D6008333-7F08-4C79-B2F8-B08484620A15}" dt="2026-09-27T11:25:57.621" v="425" actId="26606"/>
          <ac:spMkLst>
            <pc:docMk/>
            <pc:sldMk cId="2424988920" sldId="257"/>
            <ac:spMk id="2" creationId="{9E302595-F5EE-4413-DC9D-95F85D7ACB47}"/>
          </ac:spMkLst>
        </pc:spChg>
        <pc:spChg chg="mod ord">
          <ac:chgData name="Ryan Sippy" userId="9df41c901ed357b2" providerId="LiveId" clId="{D6008333-7F08-4C79-B2F8-B08484620A15}" dt="2026-09-27T11:44:32.208" v="2329" actId="12"/>
          <ac:spMkLst>
            <pc:docMk/>
            <pc:sldMk cId="2424988920" sldId="257"/>
            <ac:spMk id="3" creationId="{66613E27-C545-C205-B2F1-D4A86A0F67FE}"/>
          </ac:spMkLst>
        </pc:spChg>
        <pc:spChg chg="add del mod ord">
          <ac:chgData name="Ryan Sippy" userId="9df41c901ed357b2" providerId="LiveId" clId="{D6008333-7F08-4C79-B2F8-B08484620A15}" dt="2026-09-27T11:24:30.494" v="314" actId="478"/>
          <ac:spMkLst>
            <pc:docMk/>
            <pc:sldMk cId="2424988920" sldId="257"/>
            <ac:spMk id="4" creationId="{2FC17725-731E-BDB6-A9D8-D3F74F5CEE1E}"/>
          </ac:spMkLst>
        </pc:spChg>
        <pc:picChg chg="add del mod ord">
          <ac:chgData name="Ryan Sippy" userId="9df41c901ed357b2" providerId="LiveId" clId="{D6008333-7F08-4C79-B2F8-B08484620A15}" dt="2026-09-27T11:24:19.795" v="310" actId="22"/>
          <ac:picMkLst>
            <pc:docMk/>
            <pc:sldMk cId="2424988920" sldId="257"/>
            <ac:picMk id="6" creationId="{99F15470-4959-52EA-8889-CAA7CFEB6BB8}"/>
          </ac:picMkLst>
        </pc:picChg>
        <pc:picChg chg="add mod">
          <ac:chgData name="Ryan Sippy" userId="9df41c901ed357b2" providerId="LiveId" clId="{D6008333-7F08-4C79-B2F8-B08484620A15}" dt="2026-09-27T11:49:07.029" v="2595" actId="1076"/>
          <ac:picMkLst>
            <pc:docMk/>
            <pc:sldMk cId="2424988920" sldId="257"/>
            <ac:picMk id="8" creationId="{C20C0C84-A81C-057F-936E-BD5879CA018D}"/>
          </ac:picMkLst>
        </pc:picChg>
      </pc:sldChg>
      <pc:sldChg chg="addSp delSp modSp new mod modClrScheme chgLayout">
        <pc:chgData name="Ryan Sippy" userId="9df41c901ed357b2" providerId="LiveId" clId="{D6008333-7F08-4C79-B2F8-B08484620A15}" dt="2026-09-27T11:53:48.324" v="2684" actId="20577"/>
        <pc:sldMkLst>
          <pc:docMk/>
          <pc:sldMk cId="3846775283" sldId="258"/>
        </pc:sldMkLst>
        <pc:spChg chg="del mod ord">
          <ac:chgData name="Ryan Sippy" userId="9df41c901ed357b2" providerId="LiveId" clId="{D6008333-7F08-4C79-B2F8-B08484620A15}" dt="2026-09-27T11:25:46.525" v="414" actId="700"/>
          <ac:spMkLst>
            <pc:docMk/>
            <pc:sldMk cId="3846775283" sldId="258"/>
            <ac:spMk id="2" creationId="{FA951300-9B1D-9AC5-FED7-333523B3DD6A}"/>
          </ac:spMkLst>
        </pc:spChg>
        <pc:spChg chg="del mod ord">
          <ac:chgData name="Ryan Sippy" userId="9df41c901ed357b2" providerId="LiveId" clId="{D6008333-7F08-4C79-B2F8-B08484620A15}" dt="2026-09-27T11:25:46.525" v="414" actId="700"/>
          <ac:spMkLst>
            <pc:docMk/>
            <pc:sldMk cId="3846775283" sldId="258"/>
            <ac:spMk id="3" creationId="{42C08BE8-E8DB-330E-4533-F1DD1A8CDB3F}"/>
          </ac:spMkLst>
        </pc:spChg>
        <pc:spChg chg="del">
          <ac:chgData name="Ryan Sippy" userId="9df41c901ed357b2" providerId="LiveId" clId="{D6008333-7F08-4C79-B2F8-B08484620A15}" dt="2026-09-27T11:25:46.525" v="414" actId="700"/>
          <ac:spMkLst>
            <pc:docMk/>
            <pc:sldMk cId="3846775283" sldId="258"/>
            <ac:spMk id="4" creationId="{C3CA6822-46BB-E49C-596F-A2ACD6382DBB}"/>
          </ac:spMkLst>
        </pc:spChg>
        <pc:spChg chg="add mod ord">
          <ac:chgData name="Ryan Sippy" userId="9df41c901ed357b2" providerId="LiveId" clId="{D6008333-7F08-4C79-B2F8-B08484620A15}" dt="2026-09-27T11:31:06.861" v="848" actId="26606"/>
          <ac:spMkLst>
            <pc:docMk/>
            <pc:sldMk cId="3846775283" sldId="258"/>
            <ac:spMk id="5" creationId="{28AAC333-886A-6B2A-6131-5F20A0E9010D}"/>
          </ac:spMkLst>
        </pc:spChg>
        <pc:spChg chg="add mod ord">
          <ac:chgData name="Ryan Sippy" userId="9df41c901ed357b2" providerId="LiveId" clId="{D6008333-7F08-4C79-B2F8-B08484620A15}" dt="2026-09-27T11:53:48.324" v="2684" actId="20577"/>
          <ac:spMkLst>
            <pc:docMk/>
            <pc:sldMk cId="3846775283" sldId="258"/>
            <ac:spMk id="6" creationId="{D333E2C4-A3E0-D57C-4C7E-5EE0A95115BC}"/>
          </ac:spMkLst>
        </pc:spChg>
        <pc:picChg chg="add">
          <ac:chgData name="Ryan Sippy" userId="9df41c901ed357b2" providerId="LiveId" clId="{D6008333-7F08-4C79-B2F8-B08484620A15}" dt="2026-09-27T11:31:06.861" v="848" actId="26606"/>
          <ac:picMkLst>
            <pc:docMk/>
            <pc:sldMk cId="3846775283" sldId="258"/>
            <ac:picMk id="8" creationId="{87BDE40A-8933-0107-E077-F81E45D21AD6}"/>
          </ac:picMkLst>
        </pc:picChg>
      </pc:sldChg>
      <pc:sldChg chg="addSp delSp modSp new mod modClrScheme chgLayout">
        <pc:chgData name="Ryan Sippy" userId="9df41c901ed357b2" providerId="LiveId" clId="{D6008333-7F08-4C79-B2F8-B08484620A15}" dt="2026-09-27T11:39:10.011" v="1750" actId="27636"/>
        <pc:sldMkLst>
          <pc:docMk/>
          <pc:sldMk cId="2687939246" sldId="259"/>
        </pc:sldMkLst>
        <pc:spChg chg="del mod ord">
          <ac:chgData name="Ryan Sippy" userId="9df41c901ed357b2" providerId="LiveId" clId="{D6008333-7F08-4C79-B2F8-B08484620A15}" dt="2026-09-27T11:34:01.662" v="851" actId="700"/>
          <ac:spMkLst>
            <pc:docMk/>
            <pc:sldMk cId="2687939246" sldId="259"/>
            <ac:spMk id="2" creationId="{61B3C627-D3C8-98C7-58C3-F26D77DAC785}"/>
          </ac:spMkLst>
        </pc:spChg>
        <pc:spChg chg="del">
          <ac:chgData name="Ryan Sippy" userId="9df41c901ed357b2" providerId="LiveId" clId="{D6008333-7F08-4C79-B2F8-B08484620A15}" dt="2026-09-27T11:34:01.662" v="851" actId="700"/>
          <ac:spMkLst>
            <pc:docMk/>
            <pc:sldMk cId="2687939246" sldId="259"/>
            <ac:spMk id="3" creationId="{B64F2E18-006E-D6FF-A938-BDD4DF4DC0EF}"/>
          </ac:spMkLst>
        </pc:spChg>
        <pc:spChg chg="del mod ord">
          <ac:chgData name="Ryan Sippy" userId="9df41c901ed357b2" providerId="LiveId" clId="{D6008333-7F08-4C79-B2F8-B08484620A15}" dt="2026-09-27T11:34:01.662" v="851" actId="700"/>
          <ac:spMkLst>
            <pc:docMk/>
            <pc:sldMk cId="2687939246" sldId="259"/>
            <ac:spMk id="4" creationId="{109DE4A3-EBA2-74F4-37BD-9D588E34B825}"/>
          </ac:spMkLst>
        </pc:spChg>
        <pc:spChg chg="add mod ord">
          <ac:chgData name="Ryan Sippy" userId="9df41c901ed357b2" providerId="LiveId" clId="{D6008333-7F08-4C79-B2F8-B08484620A15}" dt="2026-09-27T11:38:56.587" v="1743" actId="26606"/>
          <ac:spMkLst>
            <pc:docMk/>
            <pc:sldMk cId="2687939246" sldId="259"/>
            <ac:spMk id="5" creationId="{E948C7C7-D3C0-D0F5-C344-0D260FC13D31}"/>
          </ac:spMkLst>
        </pc:spChg>
        <pc:spChg chg="add mod ord">
          <ac:chgData name="Ryan Sippy" userId="9df41c901ed357b2" providerId="LiveId" clId="{D6008333-7F08-4C79-B2F8-B08484620A15}" dt="2026-09-27T11:39:10.011" v="1750" actId="27636"/>
          <ac:spMkLst>
            <pc:docMk/>
            <pc:sldMk cId="2687939246" sldId="259"/>
            <ac:spMk id="6" creationId="{9D41225E-8928-9401-12C4-7BD6E3CDC7BC}"/>
          </ac:spMkLst>
        </pc:spChg>
        <pc:picChg chg="add">
          <ac:chgData name="Ryan Sippy" userId="9df41c901ed357b2" providerId="LiveId" clId="{D6008333-7F08-4C79-B2F8-B08484620A15}" dt="2026-09-27T11:38:56.587" v="1743" actId="26606"/>
          <ac:picMkLst>
            <pc:docMk/>
            <pc:sldMk cId="2687939246" sldId="259"/>
            <ac:picMk id="8" creationId="{3D9DA6E1-7450-16C5-434E-9985BC282B44}"/>
          </ac:picMkLst>
        </pc:picChg>
      </pc:sldChg>
      <pc:sldChg chg="addSp delSp modSp new mod modClrScheme chgLayout">
        <pc:chgData name="Ryan Sippy" userId="9df41c901ed357b2" providerId="LiveId" clId="{D6008333-7F08-4C79-B2F8-B08484620A15}" dt="2026-09-27T11:51:15.983" v="2647" actId="20577"/>
        <pc:sldMkLst>
          <pc:docMk/>
          <pc:sldMk cId="3128860671" sldId="260"/>
        </pc:sldMkLst>
        <pc:spChg chg="del mod ord">
          <ac:chgData name="Ryan Sippy" userId="9df41c901ed357b2" providerId="LiveId" clId="{D6008333-7F08-4C79-B2F8-B08484620A15}" dt="2026-09-27T11:39:24.023" v="1752" actId="700"/>
          <ac:spMkLst>
            <pc:docMk/>
            <pc:sldMk cId="3128860671" sldId="260"/>
            <ac:spMk id="2" creationId="{6C0878F8-6A6E-B5D7-FACD-F8867FBEA0E7}"/>
          </ac:spMkLst>
        </pc:spChg>
        <pc:spChg chg="del mod ord">
          <ac:chgData name="Ryan Sippy" userId="9df41c901ed357b2" providerId="LiveId" clId="{D6008333-7F08-4C79-B2F8-B08484620A15}" dt="2026-09-27T11:39:24.023" v="1752" actId="700"/>
          <ac:spMkLst>
            <pc:docMk/>
            <pc:sldMk cId="3128860671" sldId="260"/>
            <ac:spMk id="3" creationId="{4F5AFFB5-C42A-48D2-6C43-7BBA71AE6996}"/>
          </ac:spMkLst>
        </pc:spChg>
        <pc:spChg chg="del">
          <ac:chgData name="Ryan Sippy" userId="9df41c901ed357b2" providerId="LiveId" clId="{D6008333-7F08-4C79-B2F8-B08484620A15}" dt="2026-09-27T11:39:24.023" v="1752" actId="700"/>
          <ac:spMkLst>
            <pc:docMk/>
            <pc:sldMk cId="3128860671" sldId="260"/>
            <ac:spMk id="4" creationId="{22A3DF4F-F6EF-144F-7285-01193A899168}"/>
          </ac:spMkLst>
        </pc:spChg>
        <pc:spChg chg="add mod ord">
          <ac:chgData name="Ryan Sippy" userId="9df41c901ed357b2" providerId="LiveId" clId="{D6008333-7F08-4C79-B2F8-B08484620A15}" dt="2026-09-27T11:39:44.216" v="1763" actId="20577"/>
          <ac:spMkLst>
            <pc:docMk/>
            <pc:sldMk cId="3128860671" sldId="260"/>
            <ac:spMk id="5" creationId="{1C2ED8A9-7027-804E-38D3-6485DCE92135}"/>
          </ac:spMkLst>
        </pc:spChg>
        <pc:spChg chg="add mod ord">
          <ac:chgData name="Ryan Sippy" userId="9df41c901ed357b2" providerId="LiveId" clId="{D6008333-7F08-4C79-B2F8-B08484620A15}" dt="2026-09-27T11:51:15.983" v="2647" actId="20577"/>
          <ac:spMkLst>
            <pc:docMk/>
            <pc:sldMk cId="3128860671" sldId="260"/>
            <ac:spMk id="6" creationId="{5A151AFA-9D84-6F90-BDB3-D02198F3D787}"/>
          </ac:spMkLst>
        </pc:spChg>
      </pc:sldChg>
      <pc:sldChg chg="addSp delSp modSp add mod">
        <pc:chgData name="Ryan Sippy" userId="9df41c901ed357b2" providerId="LiveId" clId="{D6008333-7F08-4C79-B2F8-B08484620A15}" dt="2026-09-27T11:49:13.469" v="2597" actId="1076"/>
        <pc:sldMkLst>
          <pc:docMk/>
          <pc:sldMk cId="3468080595" sldId="261"/>
        </pc:sldMkLst>
        <pc:spChg chg="mod">
          <ac:chgData name="Ryan Sippy" userId="9df41c901ed357b2" providerId="LiveId" clId="{D6008333-7F08-4C79-B2F8-B08484620A15}" dt="2026-09-27T11:44:27.602" v="2328" actId="20577"/>
          <ac:spMkLst>
            <pc:docMk/>
            <pc:sldMk cId="3468080595" sldId="261"/>
            <ac:spMk id="2" creationId="{F09DB42F-C715-F95D-0D4B-7D83B60EF41F}"/>
          </ac:spMkLst>
        </pc:spChg>
        <pc:spChg chg="mod">
          <ac:chgData name="Ryan Sippy" userId="9df41c901ed357b2" providerId="LiveId" clId="{D6008333-7F08-4C79-B2F8-B08484620A15}" dt="2026-09-27T11:48:00.083" v="2585"/>
          <ac:spMkLst>
            <pc:docMk/>
            <pc:sldMk cId="3468080595" sldId="261"/>
            <ac:spMk id="3" creationId="{B37C03EE-0EBC-0DCF-A11D-E91608011FBE}"/>
          </ac:spMkLst>
        </pc:spChg>
        <pc:spChg chg="add mod">
          <ac:chgData name="Ryan Sippy" userId="9df41c901ed357b2" providerId="LiveId" clId="{D6008333-7F08-4C79-B2F8-B08484620A15}" dt="2026-09-27T11:48:08.458" v="2587"/>
          <ac:spMkLst>
            <pc:docMk/>
            <pc:sldMk cId="3468080595" sldId="261"/>
            <ac:spMk id="4" creationId="{9396ECEB-A148-B3D6-4FBB-5B716819C807}"/>
          </ac:spMkLst>
        </pc:spChg>
        <pc:picChg chg="add mod">
          <ac:chgData name="Ryan Sippy" userId="9df41c901ed357b2" providerId="LiveId" clId="{D6008333-7F08-4C79-B2F8-B08484620A15}" dt="2026-09-27T11:49:13.469" v="2597" actId="1076"/>
          <ac:picMkLst>
            <pc:docMk/>
            <pc:sldMk cId="3468080595" sldId="261"/>
            <ac:picMk id="6" creationId="{C437A072-9E6A-A984-7550-A877C5313213}"/>
          </ac:picMkLst>
        </pc:picChg>
        <pc:picChg chg="del">
          <ac:chgData name="Ryan Sippy" userId="9df41c901ed357b2" providerId="LiveId" clId="{D6008333-7F08-4C79-B2F8-B08484620A15}" dt="2026-09-27T11:48:13.282" v="2588" actId="478"/>
          <ac:picMkLst>
            <pc:docMk/>
            <pc:sldMk cId="3468080595" sldId="261"/>
            <ac:picMk id="8" creationId="{DAA2EAC7-DE94-BF76-486D-B645BCE0F6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09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5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80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6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4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0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8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8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84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22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9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87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14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5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563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37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16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27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9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12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56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64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617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17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3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1B2B837-AFB3-4E13-9409-68F9B1F2AF3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4C5D593-61D5-4743-ABA4-5AB69B62A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6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hebaseballscholar.com/data-library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4790-2EB9-2C13-F2E6-579A739D9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Diamond in the Rough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75AEE-9855-A04B-8914-140517E36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Ryan Sippy</a:t>
            </a:r>
          </a:p>
        </p:txBody>
      </p:sp>
    </p:spTree>
    <p:extLst>
      <p:ext uri="{BB962C8B-B14F-4D97-AF65-F5344CB8AC3E}">
        <p14:creationId xmlns:p14="http://schemas.microsoft.com/office/powerpoint/2010/main" val="427856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2595-F5EE-4413-DC9D-95F85D7A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17" y="1386842"/>
            <a:ext cx="6315083" cy="1127758"/>
          </a:xfrm>
        </p:spPr>
        <p:txBody>
          <a:bodyPr anchor="t">
            <a:normAutofit/>
          </a:bodyPr>
          <a:lstStyle/>
          <a:p>
            <a:r>
              <a:rPr lang="en-US" sz="4500" dirty="0"/>
              <a:t>Project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0C0C84-A81C-057F-936E-BD5879CA0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842"/>
            <a:ext cx="4400554" cy="412552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13E27-C545-C205-B2F1-D4A86A0F67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dirty="0"/>
              <a:t>Daily Baseball trivia game in the style of Wordle or the Immaculate Grid</a:t>
            </a:r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dirty="0"/>
              <a:t>Players get a baseball field where they must identify a player &amp; season that fits the given category for each position</a:t>
            </a:r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dirty="0"/>
              <a:t>Goal is to identify player/season combos with the highest WAR(Wins Above Replacement)</a:t>
            </a:r>
          </a:p>
        </p:txBody>
      </p:sp>
    </p:spTree>
    <p:extLst>
      <p:ext uri="{BB962C8B-B14F-4D97-AF65-F5344CB8AC3E}">
        <p14:creationId xmlns:p14="http://schemas.microsoft.com/office/powerpoint/2010/main" val="242498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0C75-D77F-F2F8-8CC1-C0715125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B42F-C715-F95D-0D4B-7D83B60EF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17" y="1386842"/>
            <a:ext cx="6315083" cy="1127758"/>
          </a:xfrm>
        </p:spPr>
        <p:txBody>
          <a:bodyPr anchor="t">
            <a:normAutofit fontScale="90000"/>
          </a:bodyPr>
          <a:lstStyle/>
          <a:p>
            <a:r>
              <a:rPr lang="en-US" sz="4500" dirty="0"/>
              <a:t>Project Overview(</a:t>
            </a:r>
            <a:r>
              <a:rPr lang="en-US" sz="4500" dirty="0" err="1"/>
              <a:t>cont</a:t>
            </a:r>
            <a:r>
              <a:rPr lang="en-US" sz="45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03EE-0EBC-0DCF-A11D-E91608011F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dirty="0"/>
              <a:t>Categories change every day(similar to Wordl</a:t>
            </a:r>
            <a:r>
              <a:rPr lang="en-US" sz="1600" dirty="0"/>
              <a:t>e)</a:t>
            </a:r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Players can play in Easy or Hard Mode</a:t>
            </a:r>
          </a:p>
          <a:p>
            <a:pPr lvl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dirty="0"/>
              <a:t>Hard Mode restricts them to one guess per box</a:t>
            </a:r>
          </a:p>
          <a:p>
            <a:pPr lvl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dirty="0"/>
              <a:t>Players can share their results in the form of an emoji grid that shows how they did</a:t>
            </a:r>
          </a:p>
          <a:p>
            <a:pPr lvl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6ECEB-A148-B3D6-4FBB-5B716819C807}"/>
              </a:ext>
            </a:extLst>
          </p:cNvPr>
          <p:cNvSpPr txBox="1"/>
          <p:nvPr/>
        </p:nvSpPr>
        <p:spPr>
          <a:xfrm>
            <a:off x="4198374" y="324465"/>
            <a:ext cx="2507226" cy="1504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7A072-9E6A-A984-7550-A877C531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842"/>
            <a:ext cx="4399280" cy="427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8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AAC333-886A-6B2A-6131-5F20A0E9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17" y="1386842"/>
            <a:ext cx="6315083" cy="1127758"/>
          </a:xfrm>
        </p:spPr>
        <p:txBody>
          <a:bodyPr anchor="t">
            <a:normAutofit/>
          </a:bodyPr>
          <a:lstStyle/>
          <a:p>
            <a:r>
              <a:rPr lang="en-US"/>
              <a:t>Tech stack</a:t>
            </a:r>
          </a:p>
        </p:txBody>
      </p:sp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87BDE40A-8933-0107-E077-F81E45D2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8" r="48470" b="-1"/>
          <a:stretch>
            <a:fillRect/>
          </a:stretch>
        </p:blipFill>
        <p:spPr>
          <a:xfrm>
            <a:off x="20" y="10"/>
            <a:ext cx="4400534" cy="6857990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3E2C4-A3E0-D57C-4C7E-5EE0A95115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710830" cy="3819511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Data is stored in a PostgreSQL database hosted on </a:t>
            </a:r>
            <a:r>
              <a:rPr lang="en-US" sz="1400" dirty="0" err="1"/>
              <a:t>neon.tech</a:t>
            </a:r>
            <a:endParaRPr lang="en-US" sz="1400" dirty="0"/>
          </a:p>
          <a:p>
            <a:pPr lvl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Data was acquired from </a:t>
            </a:r>
            <a:r>
              <a:rPr lang="en-US" sz="1400" dirty="0">
                <a:hlinkClick r:id="rId3"/>
              </a:rPr>
              <a:t>https://thebaseballscholar.com/data-library/</a:t>
            </a:r>
            <a:r>
              <a:rPr lang="en-US" sz="1400" dirty="0"/>
              <a:t> and then merged with team and MLB Advanced Media ID</a:t>
            </a:r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Backend is Python Flask application that is hosted on Render</a:t>
            </a:r>
          </a:p>
          <a:p>
            <a:pPr lvl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Sends SQL queries to the database and returns the results to the Frontend</a:t>
            </a:r>
          </a:p>
          <a:p>
            <a:pPr lvl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Frontend is simple HTML, CSS, and </a:t>
            </a:r>
            <a:r>
              <a:rPr lang="en-US" sz="1400" dirty="0" err="1"/>
              <a:t>Javascript</a:t>
            </a:r>
            <a:r>
              <a:rPr lang="en-US" sz="1400" dirty="0"/>
              <a:t> hosted on </a:t>
            </a:r>
            <a:r>
              <a:rPr lang="en-US" sz="1400" dirty="0" err="1"/>
              <a:t>Github</a:t>
            </a:r>
            <a:r>
              <a:rPr lang="en-US" sz="1400" dirty="0"/>
              <a:t> Pages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Handles state management, daily seed generation, and </a:t>
            </a:r>
            <a:r>
              <a:rPr lang="en-US" sz="1400"/>
              <a:t>API interactions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677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48C7C7-D3C0-D0F5-C344-0D260FC1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</p:spPr>
        <p:txBody>
          <a:bodyPr anchor="t">
            <a:norm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1225E-8928-9401-12C4-7BD6E3CDC7B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1554480"/>
            <a:ext cx="3445936" cy="4668519"/>
          </a:xfrm>
        </p:spPr>
        <p:txBody>
          <a:bodyPr>
            <a:normAutofit/>
          </a:bodyPr>
          <a:lstStyle/>
          <a:p>
            <a:r>
              <a:rPr lang="en-US" sz="1200" dirty="0"/>
              <a:t>Merging data from 3 different sources</a:t>
            </a:r>
          </a:p>
          <a:p>
            <a:pPr lvl="1"/>
            <a:r>
              <a:rPr lang="en-US" sz="1200" dirty="0"/>
              <a:t>Original dataset did not contain teams for each player/season, so I had to source that data from the Lahman Baseball Database</a:t>
            </a:r>
          </a:p>
          <a:p>
            <a:pPr lvl="1"/>
            <a:r>
              <a:rPr lang="en-US" sz="1200" dirty="0"/>
              <a:t>I also had to combine with the MLB Advanced Media ID so that I could use the ID to source the player pictures in the frontend</a:t>
            </a:r>
          </a:p>
          <a:p>
            <a:pPr lvl="1"/>
            <a:endParaRPr lang="en-US" sz="1200" dirty="0"/>
          </a:p>
          <a:p>
            <a:r>
              <a:rPr lang="en-US" sz="1200" dirty="0"/>
              <a:t>Lots and Lots of design iterations</a:t>
            </a:r>
          </a:p>
          <a:p>
            <a:pPr lvl="1"/>
            <a:r>
              <a:rPr lang="en-US" sz="1200" dirty="0"/>
              <a:t>I had a basic idea of what I wanted this to look like, but I am not a designer</a:t>
            </a:r>
          </a:p>
          <a:p>
            <a:pPr lvl="1"/>
            <a:r>
              <a:rPr lang="en-US" sz="1200" dirty="0"/>
              <a:t>It took many iterations to get the front end to look close to a baseball field</a:t>
            </a:r>
          </a:p>
          <a:p>
            <a:pPr lvl="1"/>
            <a:endParaRPr lang="en-US" sz="1200" dirty="0"/>
          </a:p>
          <a:p>
            <a:r>
              <a:rPr lang="en-US" sz="1200" dirty="0"/>
              <a:t>Hosting an application online</a:t>
            </a:r>
          </a:p>
          <a:p>
            <a:pPr lvl="1"/>
            <a:r>
              <a:rPr lang="en-US" sz="1200" dirty="0"/>
              <a:t>This was my first time creating a web application that did not just run locally</a:t>
            </a:r>
          </a:p>
          <a:p>
            <a:pPr lvl="1"/>
            <a:r>
              <a:rPr lang="en-US" sz="1200" dirty="0"/>
              <a:t>I had to learn how and where to host the various aspects of my project so they could be accessed through the web</a:t>
            </a:r>
          </a:p>
          <a:p>
            <a:pPr lvl="1"/>
            <a:endParaRPr lang="en-US" sz="1000" dirty="0"/>
          </a:p>
        </p:txBody>
      </p:sp>
      <p:pic>
        <p:nvPicPr>
          <p:cNvPr id="8" name="Picture 7" descr="Baseball gloves">
            <a:extLst>
              <a:ext uri="{FF2B5EF4-FFF2-40B4-BE49-F238E27FC236}">
                <a16:creationId xmlns:a16="http://schemas.microsoft.com/office/drawing/2014/main" id="{3D9DA6E1-7450-16C5-434E-9985BC282B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21" r="15260" b="-1"/>
          <a:stretch>
            <a:fillRect/>
          </a:stretch>
        </p:blipFill>
        <p:spPr>
          <a:xfrm>
            <a:off x="4602979" y="10"/>
            <a:ext cx="7584144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793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2ED8A9-7027-804E-38D3-6485DCE92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51AFA-9D84-6F90-BDB3-D02198F3D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the UI/UX</a:t>
            </a:r>
          </a:p>
          <a:p>
            <a:pPr lvl="1"/>
            <a:r>
              <a:rPr lang="en-US" dirty="0"/>
              <a:t>Pressing Enter when in either field should submit</a:t>
            </a:r>
          </a:p>
          <a:p>
            <a:pPr lvl="1"/>
            <a:r>
              <a:rPr lang="en-US" dirty="0"/>
              <a:t>Add a way to toggle the best lineup option after closing the initial pane</a:t>
            </a:r>
          </a:p>
          <a:p>
            <a:pPr lvl="1"/>
            <a:r>
              <a:rPr lang="en-US" dirty="0"/>
              <a:t>Add a way to see the maximum possible score </a:t>
            </a:r>
          </a:p>
          <a:p>
            <a:pPr lvl="1"/>
            <a:r>
              <a:rPr lang="en-US" dirty="0"/>
              <a:t>Once I get enough player data, add a way to see where you rank in all the people who played</a:t>
            </a:r>
          </a:p>
          <a:p>
            <a:pPr lvl="1"/>
            <a:r>
              <a:rPr lang="en-US" dirty="0"/>
              <a:t>Improve the way the share emojis looks</a:t>
            </a:r>
          </a:p>
          <a:p>
            <a:endParaRPr lang="en-US" dirty="0"/>
          </a:p>
          <a:p>
            <a:r>
              <a:rPr lang="en-US" dirty="0"/>
              <a:t>Add Mobile Support/Fix UI on Mobile</a:t>
            </a:r>
          </a:p>
          <a:p>
            <a:pPr lvl="1"/>
            <a:endParaRPr lang="en-US" dirty="0"/>
          </a:p>
          <a:p>
            <a:r>
              <a:rPr lang="en-US" dirty="0"/>
              <a:t>Add more categories</a:t>
            </a:r>
          </a:p>
          <a:p>
            <a:pPr lvl="1"/>
            <a:r>
              <a:rPr lang="en-US" dirty="0"/>
              <a:t>Awards, Playoffs, Won a World Series, etc.</a:t>
            </a:r>
          </a:p>
          <a:p>
            <a:pPr lvl="1"/>
            <a:endParaRPr lang="en-US" dirty="0"/>
          </a:p>
          <a:p>
            <a:r>
              <a:rPr lang="en-US" dirty="0"/>
              <a:t>Add an “endless” mode</a:t>
            </a:r>
          </a:p>
          <a:p>
            <a:pPr lvl="1"/>
            <a:r>
              <a:rPr lang="en-US" dirty="0"/>
              <a:t>Allow users to shuffle the categories and play a new board immediately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60671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32</TotalTime>
  <Words>437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Modulo</vt:lpstr>
      <vt:lpstr>Diamond in the Rough</vt:lpstr>
      <vt:lpstr>Project Overview</vt:lpstr>
      <vt:lpstr>Project Overview(cont)</vt:lpstr>
      <vt:lpstr>Tech stack</vt:lpstr>
      <vt:lpstr>Challenges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Sippy</dc:creator>
  <cp:lastModifiedBy>Ryan Sippy</cp:lastModifiedBy>
  <cp:revision>1</cp:revision>
  <dcterms:created xsi:type="dcterms:W3CDTF">2026-09-27T11:19:56Z</dcterms:created>
  <dcterms:modified xsi:type="dcterms:W3CDTF">2026-09-27T11:53:51Z</dcterms:modified>
</cp:coreProperties>
</file>